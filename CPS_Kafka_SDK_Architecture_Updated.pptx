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92496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CPS Kafka SDK is a reusable, enterprise-grade abstraction built on top of Spring Kafka that standardizes producer and consumer integration across multiple Spring Boot microservices.</a:t>
            </a:r>
            <a:br>
              <a:rPr lang="en-US" sz="1600" dirty="0"/>
            </a:b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AE743-0D4B-5F16-F5FF-DCFD6FC57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42" y="1091822"/>
            <a:ext cx="4933753" cy="518545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E249B9-D500-6414-F0B5-EC37A341129D}"/>
              </a:ext>
            </a:extLst>
          </p:cNvPr>
          <p:cNvSpPr txBox="1">
            <a:spLocks/>
          </p:cNvSpPr>
          <p:nvPr/>
        </p:nvSpPr>
        <p:spPr>
          <a:xfrm>
            <a:off x="5404512" y="893929"/>
            <a:ext cx="3282287" cy="5465928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Without SDK</a:t>
            </a:r>
          </a:p>
          <a:p>
            <a:pPr lvl="1"/>
            <a:r>
              <a:rPr lang="en-US" dirty="0"/>
              <a:t>Repeated Kafka configuration in every service</a:t>
            </a:r>
          </a:p>
          <a:p>
            <a:pPr lvl="1"/>
            <a:r>
              <a:rPr lang="en-US" dirty="0"/>
              <a:t>Inconsistent retry &amp; DLQ handling</a:t>
            </a:r>
          </a:p>
          <a:p>
            <a:pPr lvl="1"/>
            <a:r>
              <a:rPr lang="en-US" dirty="0"/>
              <a:t>High boilerplate code</a:t>
            </a:r>
          </a:p>
          <a:p>
            <a:pPr lvl="1"/>
            <a:r>
              <a:rPr lang="en-US" dirty="0"/>
              <a:t>Complex onboarding</a:t>
            </a:r>
          </a:p>
          <a:p>
            <a:pPr lvl="1"/>
            <a:r>
              <a:rPr lang="en-US" dirty="0"/>
              <a:t>Difficult governance &amp; maintenance</a:t>
            </a:r>
          </a:p>
          <a:p>
            <a:r>
              <a:rPr lang="en-US" dirty="0"/>
              <a:t>With CPS Kafka SDK</a:t>
            </a:r>
          </a:p>
          <a:p>
            <a:pPr lvl="1"/>
            <a:r>
              <a:rPr lang="en-US" dirty="0"/>
              <a:t>Standardized integration across all services</a:t>
            </a:r>
          </a:p>
          <a:p>
            <a:pPr lvl="1"/>
            <a:r>
              <a:rPr lang="en-US" dirty="0"/>
              <a:t>Centralized retry, DLQ, and error handling</a:t>
            </a:r>
          </a:p>
          <a:p>
            <a:pPr lvl="1"/>
            <a:r>
              <a:rPr lang="en-US" dirty="0"/>
              <a:t>Minimal application code (focus on business logic)</a:t>
            </a:r>
          </a:p>
          <a:p>
            <a:pPr lvl="1"/>
            <a:r>
              <a:rPr lang="en-US" dirty="0"/>
              <a:t>Faster onboarding for new teams</a:t>
            </a:r>
          </a:p>
          <a:p>
            <a:pPr lvl="1"/>
            <a:r>
              <a:rPr lang="en-US" dirty="0"/>
              <a:t>Consistent security, serialization, and logging</a:t>
            </a:r>
          </a:p>
          <a:p>
            <a:pPr lvl="1"/>
            <a:r>
              <a:rPr lang="en-US" dirty="0"/>
              <a:t>Easier maintenance and upgrades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CPS Kafka SDK is a reusable, enterprise-grade abstraction built on top of Spring Kafka that standardizes producer and consumer integration across multiple Spring Boot microservices.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Umesh Karan</cp:lastModifiedBy>
  <cp:revision>2</cp:revision>
  <dcterms:created xsi:type="dcterms:W3CDTF">2013-01-27T09:14:16Z</dcterms:created>
  <dcterms:modified xsi:type="dcterms:W3CDTF">2026-03-20T03:36:37Z</dcterms:modified>
  <cp:category/>
</cp:coreProperties>
</file>